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c80fd0ffa94fcc" /><Relationship Type="http://schemas.openxmlformats.org/officeDocument/2006/relationships/extended-properties" Target="/docProps/app.xml" Id="R3d759c7461184ef1" /><Relationship Type="http://schemas.openxmlformats.org/officeDocument/2006/relationships/officeDocument" Target="/ppt/presentation.xml" Id="R89176c2609f545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3aac47010946ba"/>
  </p:sldMasterIdLst>
  <p:notesMasterIdLst>
    <p:notesMasterId xmlns:r="http://schemas.openxmlformats.org/officeDocument/2006/relationships" r:id="R6fd2eaac92434c00"/>
  </p:notesMasterIdLst>
  <p:sldIdLst>
    <p:sldId xmlns:r="http://schemas.openxmlformats.org/officeDocument/2006/relationships" id="256" r:id="Redbebced9ad24808"/>
    <p:sldId xmlns:r="http://schemas.openxmlformats.org/officeDocument/2006/relationships" id="257" r:id="Reca43ba9296e4f4f"/>
    <p:sldId xmlns:r="http://schemas.openxmlformats.org/officeDocument/2006/relationships" id="258" r:id="R6c96ba869a0941a3"/>
    <p:sldId xmlns:r="http://schemas.openxmlformats.org/officeDocument/2006/relationships" id="259" r:id="R430bf60175eb4b2a"/>
    <p:sldId xmlns:r="http://schemas.openxmlformats.org/officeDocument/2006/relationships" id="260" r:id="Rfb6bbd32925a4d7a"/>
    <p:sldId xmlns:r="http://schemas.openxmlformats.org/officeDocument/2006/relationships" id="261" r:id="R40bf36b064ed417a"/>
    <p:sldId xmlns:r="http://schemas.openxmlformats.org/officeDocument/2006/relationships" id="262" r:id="R583cf804fb2e4755"/>
    <p:sldId xmlns:r="http://schemas.openxmlformats.org/officeDocument/2006/relationships" id="263" r:id="R589029f6194a4aca"/>
    <p:sldId xmlns:r="http://schemas.openxmlformats.org/officeDocument/2006/relationships" id="264" r:id="R7d9cae54b1d647db"/>
    <p:sldId xmlns:r="http://schemas.openxmlformats.org/officeDocument/2006/relationships" id="265" r:id="Rb2481e4f23ad4524"/>
    <p:sldId xmlns:r="http://schemas.openxmlformats.org/officeDocument/2006/relationships" id="266" r:id="R99e4eb1c389740fa"/>
    <p:sldId xmlns:r="http://schemas.openxmlformats.org/officeDocument/2006/relationships" id="267" r:id="R4ada21aa4dd84436"/>
    <p:sldId xmlns:r="http://schemas.openxmlformats.org/officeDocument/2006/relationships" id="268" r:id="R7eeb99c9166e4cdc"/>
    <p:sldId xmlns:r="http://schemas.openxmlformats.org/officeDocument/2006/relationships" id="269" r:id="Rf73dc53a4bfe47b7"/>
    <p:sldId xmlns:r="http://schemas.openxmlformats.org/officeDocument/2006/relationships" id="270" r:id="R63e80838f10e4d68"/>
    <p:sldId xmlns:r="http://schemas.openxmlformats.org/officeDocument/2006/relationships" id="271" r:id="Rb3c932bd08c24e04"/>
    <p:sldId xmlns:r="http://schemas.openxmlformats.org/officeDocument/2006/relationships" id="272" r:id="R5d194ac07f54415c"/>
    <p:sldId xmlns:r="http://schemas.openxmlformats.org/officeDocument/2006/relationships" id="273" r:id="R097db7d3cd314282"/>
    <p:sldId xmlns:r="http://schemas.openxmlformats.org/officeDocument/2006/relationships" id="274" r:id="Rfe294fcb5f134f95"/>
    <p:sldId xmlns:r="http://schemas.openxmlformats.org/officeDocument/2006/relationships" id="275" r:id="Rfe8e11ac4d9643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3ebbb722e04b19" /><Relationship Type="http://schemas.openxmlformats.org/officeDocument/2006/relationships/slideMaster" Target="/ppt/slideMasters/slideMaster1.xml" Id="Rde3aac47010946ba" /><Relationship Type="http://schemas.openxmlformats.org/officeDocument/2006/relationships/notesMaster" Target="/ppt/notesMasters/notesMaster1.xml" Id="R6fd2eaac92434c00" /><Relationship Type="http://schemas.openxmlformats.org/officeDocument/2006/relationships/presProps" Target="/ppt/presProps.xml" Id="R3fe97b094896430f" /><Relationship Type="http://schemas.openxmlformats.org/officeDocument/2006/relationships/tableStyles" Target="/ppt/tableStyles.xml" Id="Rfe57f2d0d14a47e8" /><Relationship Type="http://schemas.openxmlformats.org/officeDocument/2006/relationships/slide" Target="/ppt/slides/slide1.xml" Id="Redbebced9ad24808" /><Relationship Type="http://schemas.openxmlformats.org/officeDocument/2006/relationships/slide" Target="/ppt/slides/slide2.xml" Id="Reca43ba9296e4f4f" /><Relationship Type="http://schemas.openxmlformats.org/officeDocument/2006/relationships/slide" Target="/ppt/slides/slide3.xml" Id="R6c96ba869a0941a3" /><Relationship Type="http://schemas.openxmlformats.org/officeDocument/2006/relationships/slide" Target="/ppt/slides/slide4.xml" Id="R430bf60175eb4b2a" /><Relationship Type="http://schemas.openxmlformats.org/officeDocument/2006/relationships/slide" Target="/ppt/slides/slide5.xml" Id="Rfb6bbd32925a4d7a" /><Relationship Type="http://schemas.openxmlformats.org/officeDocument/2006/relationships/slide" Target="/ppt/slides/slide6.xml" Id="R40bf36b064ed417a" /><Relationship Type="http://schemas.openxmlformats.org/officeDocument/2006/relationships/slide" Target="/ppt/slides/slide7.xml" Id="R583cf804fb2e4755" /><Relationship Type="http://schemas.openxmlformats.org/officeDocument/2006/relationships/slide" Target="/ppt/slides/slide8.xml" Id="R589029f6194a4aca" /><Relationship Type="http://schemas.openxmlformats.org/officeDocument/2006/relationships/slide" Target="/ppt/slides/slide9.xml" Id="R7d9cae54b1d647db" /><Relationship Type="http://schemas.openxmlformats.org/officeDocument/2006/relationships/slide" Target="/ppt/slides/slide10.xml" Id="Rb2481e4f23ad4524" /><Relationship Type="http://schemas.openxmlformats.org/officeDocument/2006/relationships/slide" Target="/ppt/slides/slide11.xml" Id="R99e4eb1c389740fa" /><Relationship Type="http://schemas.openxmlformats.org/officeDocument/2006/relationships/slide" Target="/ppt/slides/slide12.xml" Id="R4ada21aa4dd84436" /><Relationship Type="http://schemas.openxmlformats.org/officeDocument/2006/relationships/slide" Target="/ppt/slides/slide13.xml" Id="R7eeb99c9166e4cdc" /><Relationship Type="http://schemas.openxmlformats.org/officeDocument/2006/relationships/slide" Target="/ppt/slides/slide14.xml" Id="Rf73dc53a4bfe47b7" /><Relationship Type="http://schemas.openxmlformats.org/officeDocument/2006/relationships/slide" Target="/ppt/slides/slide15.xml" Id="R63e80838f10e4d68" /><Relationship Type="http://schemas.openxmlformats.org/officeDocument/2006/relationships/slide" Target="/ppt/slides/slide16.xml" Id="Rb3c932bd08c24e04" /><Relationship Type="http://schemas.openxmlformats.org/officeDocument/2006/relationships/slide" Target="/ppt/slides/slide17.xml" Id="R5d194ac07f54415c" /><Relationship Type="http://schemas.openxmlformats.org/officeDocument/2006/relationships/slide" Target="/ppt/slides/slide18.xml" Id="R097db7d3cd314282" /><Relationship Type="http://schemas.openxmlformats.org/officeDocument/2006/relationships/slide" Target="/ppt/slides/slide19.xml" Id="Rfe294fcb5f134f95" /><Relationship Type="http://schemas.openxmlformats.org/officeDocument/2006/relationships/slide" Target="/ppt/slides/slide20.xml" Id="Rfe8e11ac4d9643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47795b36b748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ab35fe4f604107" /><Relationship Type="http://schemas.openxmlformats.org/officeDocument/2006/relationships/notesMaster" Target="/ppt/notesMasters/notesMaster1.xml" Id="Rcfba385bb5ea4e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24be0c3a8a4b44" /><Relationship Type="http://schemas.openxmlformats.org/officeDocument/2006/relationships/notesMaster" Target="/ppt/notesMasters/notesMaster1.xml" Id="R7af244b17b6949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b76e0781814fde" /><Relationship Type="http://schemas.openxmlformats.org/officeDocument/2006/relationships/notesMaster" Target="/ppt/notesMasters/notesMaster1.xml" Id="R8582a527396b4a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e2e214771748f7" /><Relationship Type="http://schemas.openxmlformats.org/officeDocument/2006/relationships/notesMaster" Target="/ppt/notesMasters/notesMaster1.xml" Id="R6c867c5fc2c94d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cbc81cb886413c" /><Relationship Type="http://schemas.openxmlformats.org/officeDocument/2006/relationships/notesMaster" Target="/ppt/notesMasters/notesMaster1.xml" Id="R4d677920d4da40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ad8faf58c44f70" /><Relationship Type="http://schemas.openxmlformats.org/officeDocument/2006/relationships/notesMaster" Target="/ppt/notesMasters/notesMaster1.xml" Id="R83d08d45628946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19e456fb164c66" /><Relationship Type="http://schemas.openxmlformats.org/officeDocument/2006/relationships/notesMaster" Target="/ppt/notesMasters/notesMaster1.xml" Id="Rbef6171d275449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2a2973b6bd4b89" /><Relationship Type="http://schemas.openxmlformats.org/officeDocument/2006/relationships/notesMaster" Target="/ppt/notesMasters/notesMaster1.xml" Id="R5dbc56c4fb5340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547d162fdc4640" /><Relationship Type="http://schemas.openxmlformats.org/officeDocument/2006/relationships/notesMaster" Target="/ppt/notesMasters/notesMaster1.xml" Id="R059338555acc4e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074b18e7dc4c90" /><Relationship Type="http://schemas.openxmlformats.org/officeDocument/2006/relationships/notesMaster" Target="/ppt/notesMasters/notesMaster1.xml" Id="R0698e2482b9b41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b2d2519e894c53" /><Relationship Type="http://schemas.openxmlformats.org/officeDocument/2006/relationships/notesMaster" Target="/ppt/notesMasters/notesMaster1.xml" Id="Rebdf6dc6ea604d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7e1799704d448c" /><Relationship Type="http://schemas.openxmlformats.org/officeDocument/2006/relationships/notesMaster" Target="/ppt/notesMasters/notesMaster1.xml" Id="R183d0071fb7f406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d203a1bb2343f2" /><Relationship Type="http://schemas.openxmlformats.org/officeDocument/2006/relationships/notesMaster" Target="/ppt/notesMasters/notesMaster1.xml" Id="Ra70ba7963adb43e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19934c05ef34121" /><Relationship Type="http://schemas.openxmlformats.org/officeDocument/2006/relationships/notesMaster" Target="/ppt/notesMasters/notesMaster1.xml" Id="R05c67a54d94e474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035b3cf4cc54fd7" /><Relationship Type="http://schemas.openxmlformats.org/officeDocument/2006/relationships/notesMaster" Target="/ppt/notesMasters/notesMaster1.xml" Id="R4f9375252a1a4f4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9e0635dcc734b28" /><Relationship Type="http://schemas.openxmlformats.org/officeDocument/2006/relationships/notesMaster" Target="/ppt/notesMasters/notesMaster1.xml" Id="Rfc5aeb457d47441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799777b4be44184" /><Relationship Type="http://schemas.openxmlformats.org/officeDocument/2006/relationships/notesMaster" Target="/ppt/notesMasters/notesMaster1.xml" Id="Rad86ab9484bf42e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c804c2b2fb148cd" /><Relationship Type="http://schemas.openxmlformats.org/officeDocument/2006/relationships/notesMaster" Target="/ppt/notesMasters/notesMaster1.xml" Id="R98139cc52a5a40c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2a9adbaf2f44a8d" /><Relationship Type="http://schemas.openxmlformats.org/officeDocument/2006/relationships/notesMaster" Target="/ppt/notesMasters/notesMaster1.xml" Id="Rd81f452f225e430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97fcb5441654734" /><Relationship Type="http://schemas.openxmlformats.org/officeDocument/2006/relationships/notesMaster" Target="/ppt/notesMasters/notesMaster1.xml" Id="R6cfb6f38bc2045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English</a:t>
            </a:r>
          </a:p>
          <a:p xmlns:a="http://schemas.openxmlformats.org/drawingml/2006/main">
            <a:r>
              <a:t>Source PDF page: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English</a:t>
            </a:r>
          </a:p>
          <a:p xmlns:a="http://schemas.openxmlformats.org/drawingml/2006/main">
            <a:r>
              <a:t>Source PDF page: 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English</a:t>
            </a:r>
          </a:p>
          <a:p xmlns:a="http://schemas.openxmlformats.org/drawingml/2006/main">
            <a:r>
              <a:t>Source PDF page: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English</a:t>
            </a:r>
          </a:p>
          <a:p xmlns:a="http://schemas.openxmlformats.org/drawingml/2006/main">
            <a:r>
              <a:t>Source PDF page: 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English</a:t>
            </a:r>
          </a:p>
          <a:p xmlns:a="http://schemas.openxmlformats.org/drawingml/2006/main">
            <a:r>
              <a:t>Source PDF page: 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English</a:t>
            </a:r>
          </a:p>
          <a:p xmlns:a="http://schemas.openxmlformats.org/drawingml/2006/main">
            <a:r>
              <a:t>Source PDF page: 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English</a:t>
            </a:r>
          </a:p>
          <a:p xmlns:a="http://schemas.openxmlformats.org/drawingml/2006/main">
            <a:r>
              <a:t>Source PDF page: 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English</a:t>
            </a:r>
          </a:p>
          <a:p xmlns:a="http://schemas.openxmlformats.org/drawingml/2006/main">
            <a:r>
              <a:t>Source PDF page: 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English</a:t>
            </a:r>
          </a:p>
          <a:p xmlns:a="http://schemas.openxmlformats.org/drawingml/2006/main">
            <a:r>
              <a:t>Source PDF page: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English</a:t>
            </a:r>
          </a:p>
          <a:p xmlns:a="http://schemas.openxmlformats.org/drawingml/2006/main">
            <a:r>
              <a:t>Source PDF page: 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English</a:t>
            </a:r>
          </a:p>
          <a:p xmlns:a="http://schemas.openxmlformats.org/drawingml/2006/main">
            <a:r>
              <a:t>Source PDF page: 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English</a:t>
            </a:r>
          </a:p>
          <a:p xmlns:a="http://schemas.openxmlformats.org/drawingml/2006/main">
            <a:r>
              <a:t>Source PDF page: 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English</a:t>
            </a:r>
          </a:p>
          <a:p xmlns:a="http://schemas.openxmlformats.org/drawingml/2006/main">
            <a:r>
              <a:t>Source PDF page: 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English</a:t>
            </a:r>
          </a:p>
          <a:p xmlns:a="http://schemas.openxmlformats.org/drawingml/2006/main">
            <a:r>
              <a:t>Source PDF page: 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English</a:t>
            </a:r>
          </a:p>
          <a:p xmlns:a="http://schemas.openxmlformats.org/drawingml/2006/main">
            <a:r>
              <a:t>Source PDF page: 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English</a:t>
            </a:r>
          </a:p>
          <a:p xmlns:a="http://schemas.openxmlformats.org/drawingml/2006/main">
            <a:r>
              <a:t>Source PDF page: 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English</a:t>
            </a:r>
          </a:p>
          <a:p xmlns:a="http://schemas.openxmlformats.org/drawingml/2006/main">
            <a:r>
              <a:t>Source PDF page: 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English</a:t>
            </a:r>
          </a:p>
          <a:p xmlns:a="http://schemas.openxmlformats.org/drawingml/2006/main">
            <a:r>
              <a:t>Source PDF page: 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English</a:t>
            </a:r>
          </a:p>
          <a:p xmlns:a="http://schemas.openxmlformats.org/drawingml/2006/main">
            <a:r>
              <a:t>Source PDF page: 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English</a:t>
            </a:r>
          </a:p>
          <a:p xmlns:a="http://schemas.openxmlformats.org/drawingml/2006/main">
            <a:r>
              <a:t>Source PDF page: 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3d810db1540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453417f3c84bc3" /><Relationship Type="http://schemas.openxmlformats.org/officeDocument/2006/relationships/slideLayout" Target="/ppt/slideLayouts/slideLayout1.xml" Id="Rbeeefec4fc5443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eefec4fc5443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dfe2870a043d1" /><Relationship Type="http://schemas.openxmlformats.org/officeDocument/2006/relationships/image" Target="/ppt/media/image.png" Id="Rb21a8a1bd3214812" /><Relationship Type="http://schemas.openxmlformats.org/officeDocument/2006/relationships/notesSlide" Target="/ppt/notesSlides/notesSlide1.xml" Id="Rb4b8cb5a3ad64d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d1207a1ee463c" /><Relationship Type="http://schemas.openxmlformats.org/officeDocument/2006/relationships/image" Target="/ppt/media/image2.png" Id="R0faf81a4ad47470b" /><Relationship Type="http://schemas.openxmlformats.org/officeDocument/2006/relationships/notesSlide" Target="/ppt/notesSlides/notesSlide2.xml" Id="R4fb7bf1e5bbf4b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5e9a6b5d84f20" /><Relationship Type="http://schemas.openxmlformats.org/officeDocument/2006/relationships/image" Target="/ppt/media/image3.png" Id="R6fc253ac1d784eef" /><Relationship Type="http://schemas.openxmlformats.org/officeDocument/2006/relationships/notesSlide" Target="/ppt/notesSlides/notesSlide3.xml" Id="R1d01fdf7215347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930bb798c4279" /><Relationship Type="http://schemas.openxmlformats.org/officeDocument/2006/relationships/image" Target="/ppt/media/image4.png" Id="R090d1e6779e14dd4" /><Relationship Type="http://schemas.openxmlformats.org/officeDocument/2006/relationships/notesSlide" Target="/ppt/notesSlides/notesSlide4.xml" Id="Reb84843feebc42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0391ebba44003" /><Relationship Type="http://schemas.openxmlformats.org/officeDocument/2006/relationships/image" Target="/ppt/media/image5.png" Id="Rc4ae8bd2ab564a42" /><Relationship Type="http://schemas.openxmlformats.org/officeDocument/2006/relationships/notesSlide" Target="/ppt/notesSlides/notesSlide5.xml" Id="R70d096c26bae4e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c4a25f2054909" /><Relationship Type="http://schemas.openxmlformats.org/officeDocument/2006/relationships/image" Target="/ppt/media/image6.png" Id="R2410d19c05094c79" /><Relationship Type="http://schemas.openxmlformats.org/officeDocument/2006/relationships/notesSlide" Target="/ppt/notesSlides/notesSlide6.xml" Id="R00eed9d8fe5a42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2e370784d4e25" /><Relationship Type="http://schemas.openxmlformats.org/officeDocument/2006/relationships/image" Target="/ppt/media/image7.png" Id="R1bd1e130d86947c1" /><Relationship Type="http://schemas.openxmlformats.org/officeDocument/2006/relationships/notesSlide" Target="/ppt/notesSlides/notesSlide7.xml" Id="R6c6370fd880844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c81b2652348e3" /><Relationship Type="http://schemas.openxmlformats.org/officeDocument/2006/relationships/image" Target="/ppt/media/image8.png" Id="Rb44c8ed9dcfc4f0c" /><Relationship Type="http://schemas.openxmlformats.org/officeDocument/2006/relationships/notesSlide" Target="/ppt/notesSlides/notesSlide8.xml" Id="R8b13bd85ee9c41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5006dda284676" /><Relationship Type="http://schemas.openxmlformats.org/officeDocument/2006/relationships/image" Target="/ppt/media/image9.png" Id="Rbae4302446f144cc" /><Relationship Type="http://schemas.openxmlformats.org/officeDocument/2006/relationships/notesSlide" Target="/ppt/notesSlides/notesSlide9.xml" Id="Rc062542f3b7a47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08266b8d64847" /><Relationship Type="http://schemas.openxmlformats.org/officeDocument/2006/relationships/image" Target="/ppt/media/image10.png" Id="R492cd031369b4495" /><Relationship Type="http://schemas.openxmlformats.org/officeDocument/2006/relationships/notesSlide" Target="/ppt/notesSlides/notesSlide10.xml" Id="R662c5c0bd7444d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afcb98d6f461f" /><Relationship Type="http://schemas.openxmlformats.org/officeDocument/2006/relationships/image" Target="/ppt/media/image11.png" Id="R105101ffa01940d7" /><Relationship Type="http://schemas.openxmlformats.org/officeDocument/2006/relationships/notesSlide" Target="/ppt/notesSlides/notesSlide11.xml" Id="Rd055183a1b9546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f4c1933d34b8a" /><Relationship Type="http://schemas.openxmlformats.org/officeDocument/2006/relationships/image" Target="/ppt/media/image12.png" Id="Rf14b1c5bcddd463e" /><Relationship Type="http://schemas.openxmlformats.org/officeDocument/2006/relationships/notesSlide" Target="/ppt/notesSlides/notesSlide12.xml" Id="R9e3f2bc286ed4bc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51df4cf164118" /><Relationship Type="http://schemas.openxmlformats.org/officeDocument/2006/relationships/image" Target="/ppt/media/image13.png" Id="Rd67d12d0fb0d4f85" /><Relationship Type="http://schemas.openxmlformats.org/officeDocument/2006/relationships/notesSlide" Target="/ppt/notesSlides/notesSlide13.xml" Id="R68066ad4255748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cbc69a3fa45be" /><Relationship Type="http://schemas.openxmlformats.org/officeDocument/2006/relationships/image" Target="/ppt/media/image14.png" Id="R9af18c574d9542f7" /><Relationship Type="http://schemas.openxmlformats.org/officeDocument/2006/relationships/notesSlide" Target="/ppt/notesSlides/notesSlide14.xml" Id="R1efc07da3eb847e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054c28e5f461b" /><Relationship Type="http://schemas.openxmlformats.org/officeDocument/2006/relationships/image" Target="/ppt/media/image15.png" Id="R5edba7b945474db4" /><Relationship Type="http://schemas.openxmlformats.org/officeDocument/2006/relationships/notesSlide" Target="/ppt/notesSlides/notesSlide15.xml" Id="Ref7a228093f040d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33205bb5b4355" /><Relationship Type="http://schemas.openxmlformats.org/officeDocument/2006/relationships/image" Target="/ppt/media/image16.png" Id="R99426831ebb64b5e" /><Relationship Type="http://schemas.openxmlformats.org/officeDocument/2006/relationships/notesSlide" Target="/ppt/notesSlides/notesSlide16.xml" Id="R162ae51e38f0406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f85633b1549ea" /><Relationship Type="http://schemas.openxmlformats.org/officeDocument/2006/relationships/image" Target="/ppt/media/image17.png" Id="Rc0eef912bf304265" /><Relationship Type="http://schemas.openxmlformats.org/officeDocument/2006/relationships/notesSlide" Target="/ppt/notesSlides/notesSlide17.xml" Id="R51cdc3fff2bf485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8f54dff7c49b0" /><Relationship Type="http://schemas.openxmlformats.org/officeDocument/2006/relationships/image" Target="/ppt/media/image18.png" Id="R1d7b4e8cd5294856" /><Relationship Type="http://schemas.openxmlformats.org/officeDocument/2006/relationships/notesSlide" Target="/ppt/notesSlides/notesSlide18.xml" Id="R7d0bd8ceac6d46f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5fb4545cb45b6" /><Relationship Type="http://schemas.openxmlformats.org/officeDocument/2006/relationships/image" Target="/ppt/media/image19.png" Id="R612e466bd3b749cf" /><Relationship Type="http://schemas.openxmlformats.org/officeDocument/2006/relationships/notesSlide" Target="/ppt/notesSlides/notesSlide19.xml" Id="R2a43192a3d2041b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9d8aee3594d27" /><Relationship Type="http://schemas.openxmlformats.org/officeDocument/2006/relationships/image" Target="/ppt/media/image20.png" Id="Rea33aa0129894967" /><Relationship Type="http://schemas.openxmlformats.org/officeDocument/2006/relationships/notesSlide" Target="/ppt/notesSlides/notesSlide20.xml" Id="Rf6a334ae31804b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a8a1bd3214812"/>
          <a:stretch xmlns:a="http://schemas.openxmlformats.org/drawingml/2006/main"/>
        </p:blipFill>
        <p:spPr>
          <a:xfrm xmlns:a="http://schemas.openxmlformats.org/drawingml/2006/main">
            <a:off x="3810000" y="0"/>
            <a:ext cx="457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0825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af81a4ad47470b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2640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253ac1d784eef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7441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d1e6779e14dd4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986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e8bd2ab564a42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440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0d19c05094c79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6729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1e130d86947c1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2066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4c8ed9dcfc4f0c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48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e4302446f144cc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4044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cd031369b4495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6170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101ffa01940d7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9096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b1c5bcddd463e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0556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d12d0fb0d4f85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075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f18c574d9542f7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6699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ba7b945474db4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586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26831ebb64b5e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4778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ef912bf304265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4233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7b4e8cd5294856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3106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2e466bd3b749cf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1849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33aa0129894967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4050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2026-09-15T12:56:38.9150000Z</dcterms:created>
  <dcterms:modified xsi:type="dcterms:W3CDTF">2026-09-15T12:56:38.9150000Z</dcterms:modified>
</coreProperties>
</file>