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c58229fda2413c" /><Relationship Type="http://schemas.openxmlformats.org/officeDocument/2006/relationships/extended-properties" Target="/docProps/app.xml" Id="R196e161e1dfd454a" /><Relationship Type="http://schemas.openxmlformats.org/officeDocument/2006/relationships/officeDocument" Target="/ppt/presentation.xml" Id="Rbb02300d2e3248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90d2134b714d8b"/>
  </p:sldMasterIdLst>
  <p:notesMasterIdLst>
    <p:notesMasterId xmlns:r="http://schemas.openxmlformats.org/officeDocument/2006/relationships" r:id="R11aa094f0b454457"/>
  </p:notesMasterIdLst>
  <p:sldIdLst>
    <p:sldId xmlns:r="http://schemas.openxmlformats.org/officeDocument/2006/relationships" id="256" r:id="R360b988a9031444e"/>
    <p:sldId xmlns:r="http://schemas.openxmlformats.org/officeDocument/2006/relationships" id="257" r:id="R2b1a0877f1a04c39"/>
    <p:sldId xmlns:r="http://schemas.openxmlformats.org/officeDocument/2006/relationships" id="258" r:id="R5edc235b668848b5"/>
    <p:sldId xmlns:r="http://schemas.openxmlformats.org/officeDocument/2006/relationships" id="259" r:id="R9d0f36d4a9384d7f"/>
    <p:sldId xmlns:r="http://schemas.openxmlformats.org/officeDocument/2006/relationships" id="260" r:id="R76d064775f4845df"/>
    <p:sldId xmlns:r="http://schemas.openxmlformats.org/officeDocument/2006/relationships" id="261" r:id="Ra850d108eac14fe4"/>
    <p:sldId xmlns:r="http://schemas.openxmlformats.org/officeDocument/2006/relationships" id="262" r:id="R09efeaa0aca04f7a"/>
    <p:sldId xmlns:r="http://schemas.openxmlformats.org/officeDocument/2006/relationships" id="263" r:id="R7d8af64abcf2487c"/>
    <p:sldId xmlns:r="http://schemas.openxmlformats.org/officeDocument/2006/relationships" id="264" r:id="R25b418f8baf64fa6"/>
    <p:sldId xmlns:r="http://schemas.openxmlformats.org/officeDocument/2006/relationships" id="265" r:id="R0c8051606efa459d"/>
    <p:sldId xmlns:r="http://schemas.openxmlformats.org/officeDocument/2006/relationships" id="266" r:id="R53a28a25789146fd"/>
    <p:sldId xmlns:r="http://schemas.openxmlformats.org/officeDocument/2006/relationships" id="267" r:id="Rf3fe5b6ee9144d7a"/>
    <p:sldId xmlns:r="http://schemas.openxmlformats.org/officeDocument/2006/relationships" id="268" r:id="R3d162470b6f94de9"/>
    <p:sldId xmlns:r="http://schemas.openxmlformats.org/officeDocument/2006/relationships" id="269" r:id="R58f3b20f793b4467"/>
    <p:sldId xmlns:r="http://schemas.openxmlformats.org/officeDocument/2006/relationships" id="270" r:id="R86323df5a2eb41ce"/>
    <p:sldId xmlns:r="http://schemas.openxmlformats.org/officeDocument/2006/relationships" id="271" r:id="R412413ae5eda43fb"/>
    <p:sldId xmlns:r="http://schemas.openxmlformats.org/officeDocument/2006/relationships" id="272" r:id="R06bc5e0f12dd43a2"/>
    <p:sldId xmlns:r="http://schemas.openxmlformats.org/officeDocument/2006/relationships" id="273" r:id="Rf4e32f3d0b2d4447"/>
    <p:sldId xmlns:r="http://schemas.openxmlformats.org/officeDocument/2006/relationships" id="274" r:id="Reaecf839aaf047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f188d436154107" /><Relationship Type="http://schemas.openxmlformats.org/officeDocument/2006/relationships/slideMaster" Target="/ppt/slideMasters/slideMaster1.xml" Id="Rce90d2134b714d8b" /><Relationship Type="http://schemas.openxmlformats.org/officeDocument/2006/relationships/notesMaster" Target="/ppt/notesMasters/notesMaster1.xml" Id="R11aa094f0b454457" /><Relationship Type="http://schemas.openxmlformats.org/officeDocument/2006/relationships/presProps" Target="/ppt/presProps.xml" Id="R043ae094d39a4929" /><Relationship Type="http://schemas.openxmlformats.org/officeDocument/2006/relationships/tableStyles" Target="/ppt/tableStyles.xml" Id="R0e3d3a6429314f73" /><Relationship Type="http://schemas.openxmlformats.org/officeDocument/2006/relationships/slide" Target="/ppt/slides/slide1.xml" Id="R360b988a9031444e" /><Relationship Type="http://schemas.openxmlformats.org/officeDocument/2006/relationships/slide" Target="/ppt/slides/slide2.xml" Id="R2b1a0877f1a04c39" /><Relationship Type="http://schemas.openxmlformats.org/officeDocument/2006/relationships/slide" Target="/ppt/slides/slide3.xml" Id="R5edc235b668848b5" /><Relationship Type="http://schemas.openxmlformats.org/officeDocument/2006/relationships/slide" Target="/ppt/slides/slide4.xml" Id="R9d0f36d4a9384d7f" /><Relationship Type="http://schemas.openxmlformats.org/officeDocument/2006/relationships/slide" Target="/ppt/slides/slide5.xml" Id="R76d064775f4845df" /><Relationship Type="http://schemas.openxmlformats.org/officeDocument/2006/relationships/slide" Target="/ppt/slides/slide6.xml" Id="Ra850d108eac14fe4" /><Relationship Type="http://schemas.openxmlformats.org/officeDocument/2006/relationships/slide" Target="/ppt/slides/slide7.xml" Id="R09efeaa0aca04f7a" /><Relationship Type="http://schemas.openxmlformats.org/officeDocument/2006/relationships/slide" Target="/ppt/slides/slide8.xml" Id="R7d8af64abcf2487c" /><Relationship Type="http://schemas.openxmlformats.org/officeDocument/2006/relationships/slide" Target="/ppt/slides/slide9.xml" Id="R25b418f8baf64fa6" /><Relationship Type="http://schemas.openxmlformats.org/officeDocument/2006/relationships/slide" Target="/ppt/slides/slide10.xml" Id="R0c8051606efa459d" /><Relationship Type="http://schemas.openxmlformats.org/officeDocument/2006/relationships/slide" Target="/ppt/slides/slide11.xml" Id="R53a28a25789146fd" /><Relationship Type="http://schemas.openxmlformats.org/officeDocument/2006/relationships/slide" Target="/ppt/slides/slide12.xml" Id="Rf3fe5b6ee9144d7a" /><Relationship Type="http://schemas.openxmlformats.org/officeDocument/2006/relationships/slide" Target="/ppt/slides/slide13.xml" Id="R3d162470b6f94de9" /><Relationship Type="http://schemas.openxmlformats.org/officeDocument/2006/relationships/slide" Target="/ppt/slides/slide14.xml" Id="R58f3b20f793b4467" /><Relationship Type="http://schemas.openxmlformats.org/officeDocument/2006/relationships/slide" Target="/ppt/slides/slide15.xml" Id="R86323df5a2eb41ce" /><Relationship Type="http://schemas.openxmlformats.org/officeDocument/2006/relationships/slide" Target="/ppt/slides/slide16.xml" Id="R412413ae5eda43fb" /><Relationship Type="http://schemas.openxmlformats.org/officeDocument/2006/relationships/slide" Target="/ppt/slides/slide17.xml" Id="R06bc5e0f12dd43a2" /><Relationship Type="http://schemas.openxmlformats.org/officeDocument/2006/relationships/slide" Target="/ppt/slides/slide18.xml" Id="Rf4e32f3d0b2d4447" /><Relationship Type="http://schemas.openxmlformats.org/officeDocument/2006/relationships/slide" Target="/ppt/slides/slide19.xml" Id="Reaecf839aaf047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d308b69e149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65c529ce13425d" /><Relationship Type="http://schemas.openxmlformats.org/officeDocument/2006/relationships/notesMaster" Target="/ppt/notesMasters/notesMaster1.xml" Id="R84f593823c7840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54589f752f416a" /><Relationship Type="http://schemas.openxmlformats.org/officeDocument/2006/relationships/notesMaster" Target="/ppt/notesMasters/notesMaster1.xml" Id="R6785b677c44247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6dabb71728449b" /><Relationship Type="http://schemas.openxmlformats.org/officeDocument/2006/relationships/notesMaster" Target="/ppt/notesMasters/notesMaster1.xml" Id="Rfd293a1447e441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e4287e750f4a03" /><Relationship Type="http://schemas.openxmlformats.org/officeDocument/2006/relationships/notesMaster" Target="/ppt/notesMasters/notesMaster1.xml" Id="R90d13c4a27434c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148b194b55438d" /><Relationship Type="http://schemas.openxmlformats.org/officeDocument/2006/relationships/notesMaster" Target="/ppt/notesMasters/notesMaster1.xml" Id="R0a0effb7b6d441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0bd51b8f6c4aaf" /><Relationship Type="http://schemas.openxmlformats.org/officeDocument/2006/relationships/notesMaster" Target="/ppt/notesMasters/notesMaster1.xml" Id="Rb09631bac50941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5c0f39899343b7" /><Relationship Type="http://schemas.openxmlformats.org/officeDocument/2006/relationships/notesMaster" Target="/ppt/notesMasters/notesMaster1.xml" Id="R85331e96637249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10220a4a2345b9" /><Relationship Type="http://schemas.openxmlformats.org/officeDocument/2006/relationships/notesMaster" Target="/ppt/notesMasters/notesMaster1.xml" Id="R741fe1f3d97f4d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fbb5a639594f62" /><Relationship Type="http://schemas.openxmlformats.org/officeDocument/2006/relationships/notesMaster" Target="/ppt/notesMasters/notesMaster1.xml" Id="Rddd220e7aa7343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e9b4e8e7f54670" /><Relationship Type="http://schemas.openxmlformats.org/officeDocument/2006/relationships/notesMaster" Target="/ppt/notesMasters/notesMaster1.xml" Id="R97945f74fd9143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023c5a027346d9" /><Relationship Type="http://schemas.openxmlformats.org/officeDocument/2006/relationships/notesMaster" Target="/ppt/notesMasters/notesMaster1.xml" Id="Rfea4501892754f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7d2b0bd9a44c2a" /><Relationship Type="http://schemas.openxmlformats.org/officeDocument/2006/relationships/notesMaster" Target="/ppt/notesMasters/notesMaster1.xml" Id="Rb00ebcf1236e4d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c338c5339c47ab" /><Relationship Type="http://schemas.openxmlformats.org/officeDocument/2006/relationships/notesMaster" Target="/ppt/notesMasters/notesMaster1.xml" Id="R814dde18d73848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0e7e2f63ac4aaf" /><Relationship Type="http://schemas.openxmlformats.org/officeDocument/2006/relationships/notesMaster" Target="/ppt/notesMasters/notesMaster1.xml" Id="Racc7d644e0f044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9c68377ac848c2" /><Relationship Type="http://schemas.openxmlformats.org/officeDocument/2006/relationships/notesMaster" Target="/ppt/notesMasters/notesMaster1.xml" Id="R09aba5764e314a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005999e2bc48d5" /><Relationship Type="http://schemas.openxmlformats.org/officeDocument/2006/relationships/notesMaster" Target="/ppt/notesMasters/notesMaster1.xml" Id="Rcc1f360e8a714b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b8672368b74e88" /><Relationship Type="http://schemas.openxmlformats.org/officeDocument/2006/relationships/notesMaster" Target="/ppt/notesMasters/notesMaster1.xml" Id="R4f0fa1884e6f41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7b3a3fb2b34569" /><Relationship Type="http://schemas.openxmlformats.org/officeDocument/2006/relationships/notesMaster" Target="/ppt/notesMasters/notesMaster1.xml" Id="Racbd1840a8384c1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ca38501ba04ba0" /><Relationship Type="http://schemas.openxmlformats.org/officeDocument/2006/relationships/notesMaster" Target="/ppt/notesMasters/notesMaster1.xml" Id="R1ca59dd9b49d4c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Cebuano</a:t>
            </a:r>
          </a:p>
          <a:p xmlns:a="http://schemas.openxmlformats.org/drawingml/2006/main">
            <a:r>
              <a:t>Source PDF page: 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9043f1758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ac5dcca93744b6" /><Relationship Type="http://schemas.openxmlformats.org/officeDocument/2006/relationships/slideLayout" Target="/ppt/slideLayouts/slideLayout1.xml" Id="Redecf6ed8496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ecf6ed8496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bc13212a8439a" /><Relationship Type="http://schemas.openxmlformats.org/officeDocument/2006/relationships/image" Target="/ppt/media/image.png" Id="Ra6aa65a5f8e04625" /><Relationship Type="http://schemas.openxmlformats.org/officeDocument/2006/relationships/notesSlide" Target="/ppt/notesSlides/notesSlide1.xml" Id="R1d22e505c34a4c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0eab15a06410c" /><Relationship Type="http://schemas.openxmlformats.org/officeDocument/2006/relationships/image" Target="/ppt/media/image2.png" Id="Rff5219fd34b949cc" /><Relationship Type="http://schemas.openxmlformats.org/officeDocument/2006/relationships/notesSlide" Target="/ppt/notesSlides/notesSlide2.xml" Id="Rbad5e919791a45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9172fb81f47b3" /><Relationship Type="http://schemas.openxmlformats.org/officeDocument/2006/relationships/image" Target="/ppt/media/image3.png" Id="R9f33ceb629b34051" /><Relationship Type="http://schemas.openxmlformats.org/officeDocument/2006/relationships/notesSlide" Target="/ppt/notesSlides/notesSlide3.xml" Id="Rd51a5c24eec8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ff57b9f024430" /><Relationship Type="http://schemas.openxmlformats.org/officeDocument/2006/relationships/image" Target="/ppt/media/image4.png" Id="Rd9cd3973eb2141a7" /><Relationship Type="http://schemas.openxmlformats.org/officeDocument/2006/relationships/notesSlide" Target="/ppt/notesSlides/notesSlide4.xml" Id="Rd4475e5a2e8746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ac1e1ce584e02" /><Relationship Type="http://schemas.openxmlformats.org/officeDocument/2006/relationships/image" Target="/ppt/media/image5.png" Id="Rfbadfc02eef5438d" /><Relationship Type="http://schemas.openxmlformats.org/officeDocument/2006/relationships/notesSlide" Target="/ppt/notesSlides/notesSlide5.xml" Id="Rc6a84771b90047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20450225e43ca" /><Relationship Type="http://schemas.openxmlformats.org/officeDocument/2006/relationships/image" Target="/ppt/media/image6.png" Id="Ra183692e3e56453c" /><Relationship Type="http://schemas.openxmlformats.org/officeDocument/2006/relationships/notesSlide" Target="/ppt/notesSlides/notesSlide6.xml" Id="R7ddfd5e41d124d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c80e4950b4a31" /><Relationship Type="http://schemas.openxmlformats.org/officeDocument/2006/relationships/image" Target="/ppt/media/image7.png" Id="R3cb3c253d56a4e11" /><Relationship Type="http://schemas.openxmlformats.org/officeDocument/2006/relationships/notesSlide" Target="/ppt/notesSlides/notesSlide7.xml" Id="R249a2326cab845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f9b9fffa44074" /><Relationship Type="http://schemas.openxmlformats.org/officeDocument/2006/relationships/image" Target="/ppt/media/image8.png" Id="Rb27135a7d50241b2" /><Relationship Type="http://schemas.openxmlformats.org/officeDocument/2006/relationships/notesSlide" Target="/ppt/notesSlides/notesSlide8.xml" Id="Rdfd773c8513d45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8c0e2460b4a6e" /><Relationship Type="http://schemas.openxmlformats.org/officeDocument/2006/relationships/image" Target="/ppt/media/image9.png" Id="Rf7cc7fd4083c4c21" /><Relationship Type="http://schemas.openxmlformats.org/officeDocument/2006/relationships/notesSlide" Target="/ppt/notesSlides/notesSlide9.xml" Id="R2758dcaa912f4e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f4c8fe48f4060" /><Relationship Type="http://schemas.openxmlformats.org/officeDocument/2006/relationships/image" Target="/ppt/media/image10.png" Id="R44b99f513cce4757" /><Relationship Type="http://schemas.openxmlformats.org/officeDocument/2006/relationships/notesSlide" Target="/ppt/notesSlides/notesSlide10.xml" Id="Rcf432f28166c43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a57ad56204c1d" /><Relationship Type="http://schemas.openxmlformats.org/officeDocument/2006/relationships/image" Target="/ppt/media/image11.png" Id="Rb0d0566156a14351" /><Relationship Type="http://schemas.openxmlformats.org/officeDocument/2006/relationships/notesSlide" Target="/ppt/notesSlides/notesSlide11.xml" Id="Rf1e73632105248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2635c74f34438" /><Relationship Type="http://schemas.openxmlformats.org/officeDocument/2006/relationships/image" Target="/ppt/media/image12.png" Id="R40621bb6b7484774" /><Relationship Type="http://schemas.openxmlformats.org/officeDocument/2006/relationships/notesSlide" Target="/ppt/notesSlides/notesSlide12.xml" Id="Rf931be3ed83940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745a0a87f4207" /><Relationship Type="http://schemas.openxmlformats.org/officeDocument/2006/relationships/image" Target="/ppt/media/image13.png" Id="R6db23be210e3416b" /><Relationship Type="http://schemas.openxmlformats.org/officeDocument/2006/relationships/notesSlide" Target="/ppt/notesSlides/notesSlide13.xml" Id="R510efe6986734f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ea07252e2414e" /><Relationship Type="http://schemas.openxmlformats.org/officeDocument/2006/relationships/image" Target="/ppt/media/image14.png" Id="Rf94c0f0d3cba43e5" /><Relationship Type="http://schemas.openxmlformats.org/officeDocument/2006/relationships/notesSlide" Target="/ppt/notesSlides/notesSlide14.xml" Id="R74860a682a1e4d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b8305d6474a14" /><Relationship Type="http://schemas.openxmlformats.org/officeDocument/2006/relationships/image" Target="/ppt/media/image15.png" Id="R30d335cc08594324" /><Relationship Type="http://schemas.openxmlformats.org/officeDocument/2006/relationships/notesSlide" Target="/ppt/notesSlides/notesSlide15.xml" Id="R71d0212008f349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d17eaeb1941bb" /><Relationship Type="http://schemas.openxmlformats.org/officeDocument/2006/relationships/image" Target="/ppt/media/image16.png" Id="R129fb4c5c2474564" /><Relationship Type="http://schemas.openxmlformats.org/officeDocument/2006/relationships/notesSlide" Target="/ppt/notesSlides/notesSlide16.xml" Id="Rfabd69a32b1945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0a79fffa54f8f" /><Relationship Type="http://schemas.openxmlformats.org/officeDocument/2006/relationships/image" Target="/ppt/media/image17.png" Id="R2b5aded526a04783" /><Relationship Type="http://schemas.openxmlformats.org/officeDocument/2006/relationships/notesSlide" Target="/ppt/notesSlides/notesSlide17.xml" Id="R6fc3626ca5fb42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aa19d34574038" /><Relationship Type="http://schemas.openxmlformats.org/officeDocument/2006/relationships/image" Target="/ppt/media/image18.png" Id="R59eebd4f498d4c1e" /><Relationship Type="http://schemas.openxmlformats.org/officeDocument/2006/relationships/notesSlide" Target="/ppt/notesSlides/notesSlide18.xml" Id="R16ebc84423a949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0250b8fcf4a18" /><Relationship Type="http://schemas.openxmlformats.org/officeDocument/2006/relationships/image" Target="/ppt/media/image19.png" Id="Ra12a12f024b94c7a" /><Relationship Type="http://schemas.openxmlformats.org/officeDocument/2006/relationships/notesSlide" Target="/ppt/notesSlides/notesSlide19.xml" Id="R92786e66b33745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a65a5f8e04625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09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219fd34b949cc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8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3ceb629b34051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d3973eb2141a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8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dfc02eef5438d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27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3692e3e56453c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5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3c253d56a4e11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08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135a7d50241b2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43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c7fd4083c4c21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32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99f513cce475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2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0566156a14351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910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21bb6b7484774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100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23be210e3416b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73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c0f0d3cba43e5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716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335cc08594324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266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fb4c5c2474564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627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aded526a04783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900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ebd4f498d4c1e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808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a12f024b94c7a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40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2026-09-15T13:01:52.4260000Z</dcterms:created>
  <dcterms:modified xsi:type="dcterms:W3CDTF">2026-09-15T13:01:52.4260000Z</dcterms:modified>
</coreProperties>
</file>