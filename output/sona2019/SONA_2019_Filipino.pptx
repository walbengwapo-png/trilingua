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f7b021ceda404a" /><Relationship Type="http://schemas.openxmlformats.org/officeDocument/2006/relationships/extended-properties" Target="/docProps/app.xml" Id="R13aa0ae9e5724287" /><Relationship Type="http://schemas.openxmlformats.org/officeDocument/2006/relationships/officeDocument" Target="/ppt/presentation.xml" Id="Rc9e382d85f1d4e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b2bb6058f14646"/>
  </p:sldMasterIdLst>
  <p:notesMasterIdLst>
    <p:notesMasterId xmlns:r="http://schemas.openxmlformats.org/officeDocument/2006/relationships" r:id="R0061445910d34fed"/>
  </p:notesMasterIdLst>
  <p:sldIdLst>
    <p:sldId xmlns:r="http://schemas.openxmlformats.org/officeDocument/2006/relationships" id="256" r:id="R49b0e2fc9002493e"/>
    <p:sldId xmlns:r="http://schemas.openxmlformats.org/officeDocument/2006/relationships" id="257" r:id="Rbba37a92f58041a6"/>
    <p:sldId xmlns:r="http://schemas.openxmlformats.org/officeDocument/2006/relationships" id="258" r:id="Rfcfa03b750564376"/>
    <p:sldId xmlns:r="http://schemas.openxmlformats.org/officeDocument/2006/relationships" id="259" r:id="R671629a5a42e4fc6"/>
    <p:sldId xmlns:r="http://schemas.openxmlformats.org/officeDocument/2006/relationships" id="260" r:id="R50c1621086d64251"/>
    <p:sldId xmlns:r="http://schemas.openxmlformats.org/officeDocument/2006/relationships" id="261" r:id="R9220cc46e53c44be"/>
    <p:sldId xmlns:r="http://schemas.openxmlformats.org/officeDocument/2006/relationships" id="262" r:id="R019688c897154956"/>
    <p:sldId xmlns:r="http://schemas.openxmlformats.org/officeDocument/2006/relationships" id="263" r:id="Rb9c07238d278438a"/>
    <p:sldId xmlns:r="http://schemas.openxmlformats.org/officeDocument/2006/relationships" id="264" r:id="Rc4aaded969684c52"/>
    <p:sldId xmlns:r="http://schemas.openxmlformats.org/officeDocument/2006/relationships" id="265" r:id="R349002008e5d45ac"/>
    <p:sldId xmlns:r="http://schemas.openxmlformats.org/officeDocument/2006/relationships" id="266" r:id="Reac42b08543a41ea"/>
    <p:sldId xmlns:r="http://schemas.openxmlformats.org/officeDocument/2006/relationships" id="267" r:id="Rb7904102e30e45e9"/>
    <p:sldId xmlns:r="http://schemas.openxmlformats.org/officeDocument/2006/relationships" id="268" r:id="R8cfdcc2f68424049"/>
    <p:sldId xmlns:r="http://schemas.openxmlformats.org/officeDocument/2006/relationships" id="269" r:id="Rb35c0c25dbf84850"/>
    <p:sldId xmlns:r="http://schemas.openxmlformats.org/officeDocument/2006/relationships" id="270" r:id="R2e25cac4af9c466a"/>
    <p:sldId xmlns:r="http://schemas.openxmlformats.org/officeDocument/2006/relationships" id="271" r:id="R58aab63cab3b4dd5"/>
    <p:sldId xmlns:r="http://schemas.openxmlformats.org/officeDocument/2006/relationships" id="272" r:id="R315ad2996ad14dcb"/>
    <p:sldId xmlns:r="http://schemas.openxmlformats.org/officeDocument/2006/relationships" id="273" r:id="R8f62c47d7cf54702"/>
    <p:sldId xmlns:r="http://schemas.openxmlformats.org/officeDocument/2006/relationships" id="274" r:id="Rd4f955ed7ef74f4d"/>
    <p:sldId xmlns:r="http://schemas.openxmlformats.org/officeDocument/2006/relationships" id="275" r:id="R79b58cedada343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6b88ff2d864458" /><Relationship Type="http://schemas.openxmlformats.org/officeDocument/2006/relationships/slideMaster" Target="/ppt/slideMasters/slideMaster1.xml" Id="R74b2bb6058f14646" /><Relationship Type="http://schemas.openxmlformats.org/officeDocument/2006/relationships/notesMaster" Target="/ppt/notesMasters/notesMaster1.xml" Id="R0061445910d34fed" /><Relationship Type="http://schemas.openxmlformats.org/officeDocument/2006/relationships/presProps" Target="/ppt/presProps.xml" Id="R60c40232b8c0444c" /><Relationship Type="http://schemas.openxmlformats.org/officeDocument/2006/relationships/tableStyles" Target="/ppt/tableStyles.xml" Id="R82f602d6bd4d4f70" /><Relationship Type="http://schemas.openxmlformats.org/officeDocument/2006/relationships/slide" Target="/ppt/slides/slide1.xml" Id="R49b0e2fc9002493e" /><Relationship Type="http://schemas.openxmlformats.org/officeDocument/2006/relationships/slide" Target="/ppt/slides/slide2.xml" Id="Rbba37a92f58041a6" /><Relationship Type="http://schemas.openxmlformats.org/officeDocument/2006/relationships/slide" Target="/ppt/slides/slide3.xml" Id="Rfcfa03b750564376" /><Relationship Type="http://schemas.openxmlformats.org/officeDocument/2006/relationships/slide" Target="/ppt/slides/slide4.xml" Id="R671629a5a42e4fc6" /><Relationship Type="http://schemas.openxmlformats.org/officeDocument/2006/relationships/slide" Target="/ppt/slides/slide5.xml" Id="R50c1621086d64251" /><Relationship Type="http://schemas.openxmlformats.org/officeDocument/2006/relationships/slide" Target="/ppt/slides/slide6.xml" Id="R9220cc46e53c44be" /><Relationship Type="http://schemas.openxmlformats.org/officeDocument/2006/relationships/slide" Target="/ppt/slides/slide7.xml" Id="R019688c897154956" /><Relationship Type="http://schemas.openxmlformats.org/officeDocument/2006/relationships/slide" Target="/ppt/slides/slide8.xml" Id="Rb9c07238d278438a" /><Relationship Type="http://schemas.openxmlformats.org/officeDocument/2006/relationships/slide" Target="/ppt/slides/slide9.xml" Id="Rc4aaded969684c52" /><Relationship Type="http://schemas.openxmlformats.org/officeDocument/2006/relationships/slide" Target="/ppt/slides/slide10.xml" Id="R349002008e5d45ac" /><Relationship Type="http://schemas.openxmlformats.org/officeDocument/2006/relationships/slide" Target="/ppt/slides/slide11.xml" Id="Reac42b08543a41ea" /><Relationship Type="http://schemas.openxmlformats.org/officeDocument/2006/relationships/slide" Target="/ppt/slides/slide12.xml" Id="Rb7904102e30e45e9" /><Relationship Type="http://schemas.openxmlformats.org/officeDocument/2006/relationships/slide" Target="/ppt/slides/slide13.xml" Id="R8cfdcc2f68424049" /><Relationship Type="http://schemas.openxmlformats.org/officeDocument/2006/relationships/slide" Target="/ppt/slides/slide14.xml" Id="Rb35c0c25dbf84850" /><Relationship Type="http://schemas.openxmlformats.org/officeDocument/2006/relationships/slide" Target="/ppt/slides/slide15.xml" Id="R2e25cac4af9c466a" /><Relationship Type="http://schemas.openxmlformats.org/officeDocument/2006/relationships/slide" Target="/ppt/slides/slide16.xml" Id="R58aab63cab3b4dd5" /><Relationship Type="http://schemas.openxmlformats.org/officeDocument/2006/relationships/slide" Target="/ppt/slides/slide17.xml" Id="R315ad2996ad14dcb" /><Relationship Type="http://schemas.openxmlformats.org/officeDocument/2006/relationships/slide" Target="/ppt/slides/slide18.xml" Id="R8f62c47d7cf54702" /><Relationship Type="http://schemas.openxmlformats.org/officeDocument/2006/relationships/slide" Target="/ppt/slides/slide19.xml" Id="Rd4f955ed7ef74f4d" /><Relationship Type="http://schemas.openxmlformats.org/officeDocument/2006/relationships/slide" Target="/ppt/slides/slide20.xml" Id="R79b58cedada3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1e92cc571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a35b3c7d948b4" /><Relationship Type="http://schemas.openxmlformats.org/officeDocument/2006/relationships/notesMaster" Target="/ppt/notesMasters/notesMaster1.xml" Id="Rd5c97ad02d1940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479224bb34b5e" /><Relationship Type="http://schemas.openxmlformats.org/officeDocument/2006/relationships/notesMaster" Target="/ppt/notesMasters/notesMaster1.xml" Id="Rb4a7cd69d040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bc82c7023474d" /><Relationship Type="http://schemas.openxmlformats.org/officeDocument/2006/relationships/notesMaster" Target="/ppt/notesMasters/notesMaster1.xml" Id="Rdb8cc732c8c8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482fcc912b4b98" /><Relationship Type="http://schemas.openxmlformats.org/officeDocument/2006/relationships/notesMaster" Target="/ppt/notesMasters/notesMaster1.xml" Id="R226b895e337d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fee86ac41e4f67" /><Relationship Type="http://schemas.openxmlformats.org/officeDocument/2006/relationships/notesMaster" Target="/ppt/notesMasters/notesMaster1.xml" Id="R13d959b1a2af48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451be2a41a4258" /><Relationship Type="http://schemas.openxmlformats.org/officeDocument/2006/relationships/notesMaster" Target="/ppt/notesMasters/notesMaster1.xml" Id="Rc103e3eeff654f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e87d474d374657" /><Relationship Type="http://schemas.openxmlformats.org/officeDocument/2006/relationships/notesMaster" Target="/ppt/notesMasters/notesMaster1.xml" Id="R4cc6ba492deb40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e49b33f93046f5" /><Relationship Type="http://schemas.openxmlformats.org/officeDocument/2006/relationships/notesMaster" Target="/ppt/notesMasters/notesMaster1.xml" Id="Rf88029b2c5d44f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de61f97da14795" /><Relationship Type="http://schemas.openxmlformats.org/officeDocument/2006/relationships/notesMaster" Target="/ppt/notesMasters/notesMaster1.xml" Id="R61e8aa7668b24e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a001563e714f3a" /><Relationship Type="http://schemas.openxmlformats.org/officeDocument/2006/relationships/notesMaster" Target="/ppt/notesMasters/notesMaster1.xml" Id="Rda82432af0a549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bc371dddf04bab" /><Relationship Type="http://schemas.openxmlformats.org/officeDocument/2006/relationships/notesMaster" Target="/ppt/notesMasters/notesMaster1.xml" Id="Re0158176ee9649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4b4ffc962a4165" /><Relationship Type="http://schemas.openxmlformats.org/officeDocument/2006/relationships/notesMaster" Target="/ppt/notesMasters/notesMaster1.xml" Id="Rd2224a7685a648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0ff2e73e0b4ff0" /><Relationship Type="http://schemas.openxmlformats.org/officeDocument/2006/relationships/notesMaster" Target="/ppt/notesMasters/notesMaster1.xml" Id="R9c0167586f0b4f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dbe969083f4a11" /><Relationship Type="http://schemas.openxmlformats.org/officeDocument/2006/relationships/notesMaster" Target="/ppt/notesMasters/notesMaster1.xml" Id="R05ed4b8637ad4c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702b960dce4f55" /><Relationship Type="http://schemas.openxmlformats.org/officeDocument/2006/relationships/notesMaster" Target="/ppt/notesMasters/notesMaster1.xml" Id="R9ac1d112298548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9d9e17ab8a4127" /><Relationship Type="http://schemas.openxmlformats.org/officeDocument/2006/relationships/notesMaster" Target="/ppt/notesMasters/notesMaster1.xml" Id="R504fa69683fb42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2730ccf02ce446c" /><Relationship Type="http://schemas.openxmlformats.org/officeDocument/2006/relationships/notesMaster" Target="/ppt/notesMasters/notesMaster1.xml" Id="Rdc99c6bf76ab40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6f314926354138" /><Relationship Type="http://schemas.openxmlformats.org/officeDocument/2006/relationships/notesMaster" Target="/ppt/notesMasters/notesMaster1.xml" Id="R60d867f543c44b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1019ce3c494c3e" /><Relationship Type="http://schemas.openxmlformats.org/officeDocument/2006/relationships/notesMaster" Target="/ppt/notesMasters/notesMaster1.xml" Id="Rf307ec2287f249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955eac578414cef" /><Relationship Type="http://schemas.openxmlformats.org/officeDocument/2006/relationships/notesMaster" Target="/ppt/notesMasters/notesMaster1.xml" Id="Rba2302cb0b4449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source: https://bcs.gov.ph/wp-content/uploads/2021/09/SONA-Speech-2019.pdf</a:t>
            </a:r>
          </a:p>
          <a:p xmlns:a="http://schemas.openxmlformats.org/drawingml/2006/main">
            <a:r>
              <a:t>Language: Filipino</a:t>
            </a:r>
          </a:p>
          <a:p xmlns:a="http://schemas.openxmlformats.org/drawingml/2006/main">
            <a:r>
              <a:t>Source PDF page: 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eb090ebcb4e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2d871d9fa4938" /><Relationship Type="http://schemas.openxmlformats.org/officeDocument/2006/relationships/slideLayout" Target="/ppt/slideLayouts/slideLayout1.xml" Id="R819305ee4c4c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9305ee4c4c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a885f0aeb49a4" /><Relationship Type="http://schemas.openxmlformats.org/officeDocument/2006/relationships/image" Target="/ppt/media/image.png" Id="R2eef5a4c0d304654" /><Relationship Type="http://schemas.openxmlformats.org/officeDocument/2006/relationships/notesSlide" Target="/ppt/notesSlides/notesSlide1.xml" Id="R3b079534a5f94a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c323dfa744ea8" /><Relationship Type="http://schemas.openxmlformats.org/officeDocument/2006/relationships/image" Target="/ppt/media/image2.png" Id="Rf4c89594bda9471f" /><Relationship Type="http://schemas.openxmlformats.org/officeDocument/2006/relationships/notesSlide" Target="/ppt/notesSlides/notesSlide2.xml" Id="Rc1388d9bb2504a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ef74aeb9f45d9" /><Relationship Type="http://schemas.openxmlformats.org/officeDocument/2006/relationships/image" Target="/ppt/media/image3.png" Id="R822bd16c1e994930" /><Relationship Type="http://schemas.openxmlformats.org/officeDocument/2006/relationships/notesSlide" Target="/ppt/notesSlides/notesSlide3.xml" Id="Rdbfc22ffeb214c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ca302502c4261" /><Relationship Type="http://schemas.openxmlformats.org/officeDocument/2006/relationships/image" Target="/ppt/media/image4.png" Id="R40303767160f4cbd" /><Relationship Type="http://schemas.openxmlformats.org/officeDocument/2006/relationships/notesSlide" Target="/ppt/notesSlides/notesSlide4.xml" Id="R9229f5723bd145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9e74867e34ac9" /><Relationship Type="http://schemas.openxmlformats.org/officeDocument/2006/relationships/image" Target="/ppt/media/image5.png" Id="R85848eb83b30483f" /><Relationship Type="http://schemas.openxmlformats.org/officeDocument/2006/relationships/notesSlide" Target="/ppt/notesSlides/notesSlide5.xml" Id="R4eabac5d1efc43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dc9ac435d4a0d" /><Relationship Type="http://schemas.openxmlformats.org/officeDocument/2006/relationships/image" Target="/ppt/media/image6.png" Id="R602c8295a4224934" /><Relationship Type="http://schemas.openxmlformats.org/officeDocument/2006/relationships/notesSlide" Target="/ppt/notesSlides/notesSlide6.xml" Id="R3ff07985441040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395fd825e4917" /><Relationship Type="http://schemas.openxmlformats.org/officeDocument/2006/relationships/image" Target="/ppt/media/image7.png" Id="Rb856b16fd3c74187" /><Relationship Type="http://schemas.openxmlformats.org/officeDocument/2006/relationships/notesSlide" Target="/ppt/notesSlides/notesSlide7.xml" Id="Rbc7375fc12d24d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717bae9ba4003" /><Relationship Type="http://schemas.openxmlformats.org/officeDocument/2006/relationships/image" Target="/ppt/media/image8.png" Id="Rba9c271a149741fd" /><Relationship Type="http://schemas.openxmlformats.org/officeDocument/2006/relationships/notesSlide" Target="/ppt/notesSlides/notesSlide8.xml" Id="R680ac8922b1540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ac37243a14b3a" /><Relationship Type="http://schemas.openxmlformats.org/officeDocument/2006/relationships/image" Target="/ppt/media/image9.png" Id="Re365ca10b2644287" /><Relationship Type="http://schemas.openxmlformats.org/officeDocument/2006/relationships/notesSlide" Target="/ppt/notesSlides/notesSlide9.xml" Id="R116606dd62fe48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e67bc39d349f9" /><Relationship Type="http://schemas.openxmlformats.org/officeDocument/2006/relationships/image" Target="/ppt/media/image10.png" Id="R74d1c31670f8404a" /><Relationship Type="http://schemas.openxmlformats.org/officeDocument/2006/relationships/notesSlide" Target="/ppt/notesSlides/notesSlide10.xml" Id="R5d4ae4bc660c47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ad267546143bc" /><Relationship Type="http://schemas.openxmlformats.org/officeDocument/2006/relationships/image" Target="/ppt/media/image11.png" Id="R04bcfbfe34ff416c" /><Relationship Type="http://schemas.openxmlformats.org/officeDocument/2006/relationships/notesSlide" Target="/ppt/notesSlides/notesSlide11.xml" Id="R7be4bb15f91946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3b0a7ebcd4096" /><Relationship Type="http://schemas.openxmlformats.org/officeDocument/2006/relationships/image" Target="/ppt/media/image12.png" Id="Ra2018554f5174e59" /><Relationship Type="http://schemas.openxmlformats.org/officeDocument/2006/relationships/notesSlide" Target="/ppt/notesSlides/notesSlide12.xml" Id="R3a9805fedf5744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5285545704ab3" /><Relationship Type="http://schemas.openxmlformats.org/officeDocument/2006/relationships/image" Target="/ppt/media/image13.png" Id="R3898abe585024b97" /><Relationship Type="http://schemas.openxmlformats.org/officeDocument/2006/relationships/notesSlide" Target="/ppt/notesSlides/notesSlide13.xml" Id="R616080eb70d443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2b4c163bb4c85" /><Relationship Type="http://schemas.openxmlformats.org/officeDocument/2006/relationships/image" Target="/ppt/media/image14.png" Id="R65aeb4a6c8ab42b5" /><Relationship Type="http://schemas.openxmlformats.org/officeDocument/2006/relationships/notesSlide" Target="/ppt/notesSlides/notesSlide14.xml" Id="R61441b4e522f49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13b09e4b74000" /><Relationship Type="http://schemas.openxmlformats.org/officeDocument/2006/relationships/image" Target="/ppt/media/image15.png" Id="R6b2d7edc28184d7b" /><Relationship Type="http://schemas.openxmlformats.org/officeDocument/2006/relationships/notesSlide" Target="/ppt/notesSlides/notesSlide15.xml" Id="Re6c09cc2da984b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552d64684dcb" /><Relationship Type="http://schemas.openxmlformats.org/officeDocument/2006/relationships/image" Target="/ppt/media/image16.png" Id="Raef44ce65f3b42f6" /><Relationship Type="http://schemas.openxmlformats.org/officeDocument/2006/relationships/notesSlide" Target="/ppt/notesSlides/notesSlide16.xml" Id="Rcd1483965df041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e4050e6d452f" /><Relationship Type="http://schemas.openxmlformats.org/officeDocument/2006/relationships/image" Target="/ppt/media/image17.png" Id="Rede73645a80849fe" /><Relationship Type="http://schemas.openxmlformats.org/officeDocument/2006/relationships/notesSlide" Target="/ppt/notesSlides/notesSlide17.xml" Id="R38a13f6063404c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9c3e8da38475a" /><Relationship Type="http://schemas.openxmlformats.org/officeDocument/2006/relationships/image" Target="/ppt/media/image18.png" Id="R6e2251d939954b21" /><Relationship Type="http://schemas.openxmlformats.org/officeDocument/2006/relationships/notesSlide" Target="/ppt/notesSlides/notesSlide18.xml" Id="R90cacb3338834b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219ba4bb24f7a" /><Relationship Type="http://schemas.openxmlformats.org/officeDocument/2006/relationships/image" Target="/ppt/media/image19.png" Id="Rc2b19d5998c14c6a" /><Relationship Type="http://schemas.openxmlformats.org/officeDocument/2006/relationships/notesSlide" Target="/ppt/notesSlides/notesSlide19.xml" Id="R989c305ecc5c4f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b851c34042f3" /><Relationship Type="http://schemas.openxmlformats.org/officeDocument/2006/relationships/image" Target="/ppt/media/image20.png" Id="R306ec35274854a97" /><Relationship Type="http://schemas.openxmlformats.org/officeDocument/2006/relationships/notesSlide" Target="/ppt/notesSlides/notesSlide20.xml" Id="R81eb1b553acf46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f5a4c0d30465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52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89594bda9471f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4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bd16c1e994930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97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03767160f4cbd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38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48eb83b30483f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459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c8295a4224934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997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b16fd3c7418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25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c271a149741fd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229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5ca10b264428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73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1c31670f8404a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124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cfbfe34ff416c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6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18554f5174e59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16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8abe585024b9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28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b4a6c8ab42b5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638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d7edc28184d7b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427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44ce65f3b42f6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514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73645a80849fe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288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251d939954b21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509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19d5998c14c6a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6937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ec35274854a97"/>
          <a:stretch xmlns:a="http://schemas.openxmlformats.org/drawingml/2006/main"/>
        </p:blipFill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64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2026-09-15T12:56:43.5980000Z</dcterms:created>
  <dcterms:modified xsi:type="dcterms:W3CDTF">2026-09-15T12:56:43.5980000Z</dcterms:modified>
</coreProperties>
</file>