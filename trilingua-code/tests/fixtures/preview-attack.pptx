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javascript:window.phase1Executed=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&lt;img src="/fixture-error" onerror="window.phase1Executed=1"&gt;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